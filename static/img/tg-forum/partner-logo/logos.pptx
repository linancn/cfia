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6" r:id="rId3"/>
    <p:sldId id="257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6D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849"/>
    <p:restoredTop sz="94700"/>
  </p:normalViewPr>
  <p:slideViewPr>
    <p:cSldViewPr snapToGrid="0">
      <p:cViewPr>
        <p:scale>
          <a:sx n="85" d="100"/>
          <a:sy n="85" d="100"/>
        </p:scale>
        <p:origin x="520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9BEA5B-7AC7-1CD2-C8C0-52209D2193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43BAE49-8468-D1B9-04D8-509D5AB651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9FB1C68-ACCB-AEAA-5898-BF531BE7E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F0CF12-7FBF-D4DC-1529-E54DBF02B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440780-1116-4E4A-B884-ADD84E0E8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9962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449B17-DB3C-9C5E-3C66-C75B04948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7F2E13-61CD-E643-AFB8-C815ECB1E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6BBB564-3977-28DA-5BC0-C50E87FBB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FEFB9A-801D-E8C1-3A45-5CF6EF608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4ECBC34-3F0B-E941-B02B-EB00BFA95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99644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DD03344-0131-8D53-1337-C8A3753B8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8E024A0-13D3-F207-1DB6-DC1D1D65D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4462E1-7696-DC35-DD1E-29F15BBA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79B16B4-77DF-9F26-BC8A-F4B36C14D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E122AE-8C9C-BE23-9111-416F11C9D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25293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4413BD-F235-0AF9-6B94-DEDE86FC1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454415-AB63-5C7F-4F00-20D3E5C39F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A6F39EC-A2D7-0A11-2AB8-D7E018CE92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4776097-DDE2-3752-88C1-51C85FF1A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31E29A0-9E74-F648-1D7F-8575B9482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AD84028-4234-58C4-8943-5B2FAA271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02793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A1A453-D655-7F0A-E9A3-A5F8D7200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77BE0E8-74AC-DDDD-2608-EC22DB49F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E78AAF4-6E34-50AA-CCDB-710AB3DD6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101CB78-4CDB-6058-EA70-2F9CE95C9D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F0AE267-BB3B-BD74-0F78-E984DACC54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B3EC9C-AAE8-BC91-F285-FECA05365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35D268D-9D78-632E-3857-43300E43D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6A1B57E-A82D-A9DF-D1DB-A67538B0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8406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9E3BF3-1E30-1DE7-22D5-9A274E1C8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C33F7A2-23B7-84C5-E826-1DE5738EA4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2D1E9285-971A-476A-4F81-250CA1F45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2A86CB5-9A59-CC5A-7701-534453828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6786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3B81622-DFD9-2784-6716-815A8DC61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6C0DED4-F83E-33DD-3566-F4EB18438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4954B14-BB39-0171-5CE5-270EBF044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2070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FBCF08-6202-10FB-0DA5-F42A69EA7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A733FE8-9317-7ADA-7F18-679C1BB9E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BA2E37-ACA4-3682-EBE4-57B77E87CE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3F9363-B09A-D3D5-A370-FA7D0CB3D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88918D5-6A1F-1245-4056-7E9FEBEF8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01BB504-D7D8-9FED-B2D0-480B30C2D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99061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D14D3A-4FFC-E786-CBA2-914B01CDD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889C6CD-3460-830F-195B-226ED9CF85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196E09D-935F-A397-0673-DE6CB76EDF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BD8908E-7F95-F35B-05AC-D9867B7AF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C2FDF12-7FB8-3F35-4F0F-847BD27FE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5E3803-3826-DFFB-F1A1-AB2B5C5D0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17084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156526-4D52-7C85-1A87-80FC3CD1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8D7681-78A2-0C23-CED1-FA0D7DAE2F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DB7B8-3D97-00B6-F519-3A2C14C4A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2357CE7-7AB2-919E-7318-D8B715AF2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51A8FB-C294-27A9-041B-6B276B886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0378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06739B5-024A-CC6D-5567-63C3231794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48C1839-B464-4467-5226-5F2D0BF442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6AE4F4-413A-0C8F-C74E-6A988E75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3C5E6B4-8C0F-925E-F375-153C38650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B0189F-3E71-6A8E-2F59-7571F067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05009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92553AF-8700-EE85-303E-E308B75ED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2CF2FBF-49EC-1020-2E0A-4CD22C1662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571BD8-C843-54CA-F5E7-C0F24B7E39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D8DE-D085-B844-8474-AFD779F84500}" type="datetimeFigureOut">
              <a:t>2025/12/7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63E602-3617-C98B-A178-72F8994BF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9F29830-C81D-5F0C-8C99-1E1234FD8F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A2D2D8-75F2-7C46-9B4E-B9ACD5B2CF84}" type="slidenum"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94121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3A856094-F0D8-478D-6962-DA0E80A1D19A}"/>
              </a:ext>
            </a:extLst>
          </p:cNvPr>
          <p:cNvGrpSpPr/>
          <p:nvPr/>
        </p:nvGrpSpPr>
        <p:grpSpPr>
          <a:xfrm>
            <a:off x="294083" y="1287744"/>
            <a:ext cx="11603834" cy="4224074"/>
            <a:chOff x="716561" y="1369452"/>
            <a:chExt cx="10758878" cy="3916491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C5BAA162-3E43-780C-E18B-DC8EA1AF5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9800" y="1369452"/>
              <a:ext cx="7772400" cy="3261632"/>
            </a:xfrm>
            <a:prstGeom prst="rect">
              <a:avLst/>
            </a:prstGeom>
          </p:spPr>
        </p:pic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47513CEE-2EFC-C8C0-5ED9-A614C63FACA6}"/>
                </a:ext>
              </a:extLst>
            </p:cNvPr>
            <p:cNvSpPr txBox="1"/>
            <p:nvPr/>
          </p:nvSpPr>
          <p:spPr>
            <a:xfrm>
              <a:off x="716561" y="4686676"/>
              <a:ext cx="10758878" cy="5992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3600" b="1" i="0">
                  <a:solidFill>
                    <a:srgbClr val="016DAA"/>
                  </a:solidFill>
                  <a:effectLst/>
                  <a:latin typeface="Helvetica" pitchFamily="2" charset="0"/>
                  <a:ea typeface="SimHei" panose="02010609060101010101" pitchFamily="49" charset="-122"/>
                </a:rPr>
                <a:t>碳中和与能源智联 国际大科学计划培育项目</a:t>
              </a:r>
              <a:endParaRPr lang="zh-CN" altLang="en-US" sz="3200" b="1">
                <a:solidFill>
                  <a:srgbClr val="016DAA"/>
                </a:solidFill>
                <a:latin typeface="Helvetica" pitchFamily="2" charset="0"/>
                <a:ea typeface="SimHei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00414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E8631C1-D8FE-4C94-E0D1-1022EAE0A8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18" y="1914115"/>
            <a:ext cx="3029770" cy="302977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5901DD6F-B000-8DB5-119A-29D843D91E28}"/>
              </a:ext>
            </a:extLst>
          </p:cNvPr>
          <p:cNvSpPr txBox="1"/>
          <p:nvPr/>
        </p:nvSpPr>
        <p:spPr>
          <a:xfrm>
            <a:off x="4194611" y="2274838"/>
            <a:ext cx="702384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江苏</a:t>
            </a:r>
            <a:r>
              <a:rPr kumimoji="1" lang="en-US" altLang="zh-CN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·</a:t>
            </a:r>
            <a:r>
              <a:rPr kumimoji="1" lang="zh-CN" altLang="en-US" sz="54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南京 国际数碳谷</a:t>
            </a:r>
            <a:endParaRPr kumimoji="1" lang="en-US" altLang="zh-CN" sz="54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Global Digital Carbon Valley</a:t>
            </a:r>
          </a:p>
          <a:p>
            <a:r>
              <a:rPr kumimoji="1" lang="en-US" altLang="zh-CN" sz="4000" b="1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Nanjing, Jiangsu, China</a:t>
            </a:r>
            <a:endParaRPr kumimoji="1" lang="zh-CN" altLang="en-US" sz="4000" b="1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2313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3D833B72-0437-01D5-6149-CFA87884EF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94" t="21735" r="3988" b="28485"/>
          <a:stretch>
            <a:fillRect/>
          </a:stretch>
        </p:blipFill>
        <p:spPr>
          <a:xfrm>
            <a:off x="0" y="0"/>
            <a:ext cx="12192000" cy="428631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F23D9694-A81C-49D9-A34E-08375F23D1AD}"/>
              </a:ext>
            </a:extLst>
          </p:cNvPr>
          <p:cNvSpPr txBox="1"/>
          <p:nvPr/>
        </p:nvSpPr>
        <p:spPr>
          <a:xfrm>
            <a:off x="0" y="4106428"/>
            <a:ext cx="12191272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清华大学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日立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丰田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三菱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</a:t>
            </a:r>
            <a:r>
              <a:rPr lang="zh-CN" altLang="en-US" sz="320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ea typeface="SimHei" panose="02010609060101010101" pitchFamily="49" charset="-122"/>
              </a:rPr>
              <a:t>英国石油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力拓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大众</a:t>
            </a:r>
            <a:endParaRPr lang="en-US" altLang="zh-CN" sz="32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Helvetica" pitchFamily="2" charset="0"/>
              <a:ea typeface="SimHei" panose="02010609060101010101" pitchFamily="49" charset="-122"/>
            </a:endParaRPr>
          </a:p>
          <a:p>
            <a:pPr algn="ctr">
              <a:spcAft>
                <a:spcPts val="1200"/>
              </a:spcAft>
            </a:pP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微软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石川岛磨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大金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苹果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沙特阿美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波音 </a:t>
            </a:r>
            <a:r>
              <a:rPr lang="en-US" altLang="zh-CN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·</a:t>
            </a:r>
            <a:r>
              <a:rPr lang="zh-CN" altLang="en-US" sz="32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Helvetica" pitchFamily="2" charset="0"/>
                <a:ea typeface="SimHei" panose="02010609060101010101" pitchFamily="49" charset="-122"/>
              </a:rPr>
              <a:t> 宝洁</a:t>
            </a:r>
            <a:endParaRPr lang="en-US" altLang="zh-CN" sz="32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Helvetica" pitchFamily="2" charset="0"/>
              <a:ea typeface="SimHei" panose="02010609060101010101" pitchFamily="49" charset="-122"/>
            </a:endParaRPr>
          </a:p>
          <a:p>
            <a:pPr algn="ctr"/>
            <a:r>
              <a:rPr lang="en-US" altLang="zh-CN" sz="280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ea typeface="SimHei" panose="02010609060101010101" pitchFamily="49" charset="-122"/>
              </a:rPr>
              <a:t>Tsinghua University – Toyota – Mitsubishi – BP</a:t>
            </a:r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ea typeface="SimHei" panose="02010609060101010101" pitchFamily="49" charset="-122"/>
              </a:rPr>
              <a:t> </a:t>
            </a:r>
            <a:r>
              <a:rPr lang="en-US" altLang="zh-CN" sz="280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ea typeface="SimHei" panose="02010609060101010101" pitchFamily="49" charset="-122"/>
              </a:rPr>
              <a:t>–</a:t>
            </a:r>
            <a:r>
              <a:rPr lang="zh-CN" altLang="en-US" sz="280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ea typeface="SimHei" panose="02010609060101010101" pitchFamily="49" charset="-122"/>
              </a:rPr>
              <a:t> </a:t>
            </a:r>
            <a:r>
              <a:rPr lang="en-US" altLang="zh-CN" sz="280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ea typeface="SimHei" panose="02010609060101010101" pitchFamily="49" charset="-122"/>
              </a:rPr>
              <a:t>Rio Tinto – Volkswagen</a:t>
            </a:r>
          </a:p>
          <a:p>
            <a:pPr algn="ctr"/>
            <a:r>
              <a:rPr lang="en-US" altLang="zh-CN" sz="280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ea typeface="SimHei" panose="02010609060101010101" pitchFamily="49" charset="-122"/>
              </a:rPr>
              <a:t>Microsoft – IHI – Daikin – Apple – Saudi Aramco – Boeing – P&amp;G</a:t>
            </a:r>
            <a:endParaRPr lang="zh-CN" altLang="en-US" sz="2800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  <a:ea typeface="SimHei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1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徽标, 公司名称&#10;&#10;AI 生成的内容可能不正确。">
            <a:extLst>
              <a:ext uri="{FF2B5EF4-FFF2-40B4-BE49-F238E27FC236}">
                <a16:creationId xmlns:a16="http://schemas.microsoft.com/office/drawing/2014/main" id="{9BAA88FC-6888-B36A-3D27-55D770484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473" y="1407461"/>
            <a:ext cx="7179053" cy="4043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8929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89</Words>
  <Application>Microsoft Macintosh PowerPoint</Application>
  <PresentationFormat>宽屏</PresentationFormat>
  <Paragraphs>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Arial</vt:lpstr>
      <vt:lpstr>Helvetica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Jianchuan Qi</dc:creator>
  <cp:lastModifiedBy>Jianchuan Qi</cp:lastModifiedBy>
  <cp:revision>17</cp:revision>
  <dcterms:created xsi:type="dcterms:W3CDTF">2025-12-06T16:30:27Z</dcterms:created>
  <dcterms:modified xsi:type="dcterms:W3CDTF">2025-12-06T17:01:13Z</dcterms:modified>
</cp:coreProperties>
</file>