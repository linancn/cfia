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sldIdLst>
    <p:sldId id="273" r:id="rId3"/>
    <p:sldId id="274" r:id="rId4"/>
    <p:sldId id="258" r:id="rId5"/>
    <p:sldId id="256" r:id="rId6"/>
    <p:sldId id="257" r:id="rId7"/>
    <p:sldId id="259" r:id="rId8"/>
    <p:sldId id="260" r:id="rId9"/>
    <p:sldId id="261" r:id="rId10"/>
    <p:sldId id="262" r:id="rId11"/>
    <p:sldId id="275" r:id="rId12"/>
    <p:sldId id="263" r:id="rId13"/>
    <p:sldId id="264" r:id="rId14"/>
    <p:sldId id="265" r:id="rId15"/>
    <p:sldId id="271" r:id="rId16"/>
    <p:sldId id="266" r:id="rId17"/>
    <p:sldId id="267" r:id="rId18"/>
    <p:sldId id="27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6D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35"/>
    <p:restoredTop sz="94707"/>
  </p:normalViewPr>
  <p:slideViewPr>
    <p:cSldViewPr snapToGrid="0">
      <p:cViewPr varScale="1">
        <p:scale>
          <a:sx n="114" d="100"/>
          <a:sy n="114" d="100"/>
        </p:scale>
        <p:origin x="184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C1D8DE-D085-B844-8474-AFD779F84500}" type="datetimeFigureOut">
              <a:rPr lang="zh-CN" altLang="en-US"/>
              <a:t>2026/3/5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A2D2D8-75F2-7C46-9B4E-B9ACD5B2CF84}" type="slidenum">
              <a:rPr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78A0118D-F72A-1AB9-53B8-BCE3F39DC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552" y="2430110"/>
            <a:ext cx="9988895" cy="199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23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B80215E-E760-94BA-9B43-DCF3B6A897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9"/>
          <a:stretch>
            <a:fillRect/>
          </a:stretch>
        </p:blipFill>
        <p:spPr>
          <a:xfrm>
            <a:off x="1127696" y="2567081"/>
            <a:ext cx="9936607" cy="172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988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94083" y="1287744"/>
            <a:ext cx="11603834" cy="4224074"/>
            <a:chOff x="716561" y="1369452"/>
            <a:chExt cx="10758878" cy="3916491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1369452"/>
              <a:ext cx="7772400" cy="3261632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716561" y="4686676"/>
              <a:ext cx="10758878" cy="5992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600" b="1" i="0">
                  <a:solidFill>
                    <a:srgbClr val="016DAA"/>
                  </a:solidFill>
                  <a:effectLst/>
                  <a:latin typeface="Helvetica" pitchFamily="2" charset="0"/>
                  <a:ea typeface="黑体" panose="02010609060101010101" pitchFamily="49" charset="-122"/>
                </a:rPr>
                <a:t>碳中和与能源智联 国际大科学计划培育项目</a:t>
              </a:r>
              <a:endParaRPr lang="zh-CN" altLang="en-US" sz="3200" b="1">
                <a:solidFill>
                  <a:srgbClr val="016DAA"/>
                </a:solidFill>
                <a:latin typeface="Helvetica" pitchFamily="2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18" y="1914115"/>
            <a:ext cx="3029770" cy="30297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194611" y="2274838"/>
            <a:ext cx="70238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zh-CN" altLang="en-US" sz="5400" b="1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江苏</a:t>
            </a:r>
            <a:r>
              <a:rPr kumimoji="1" lang="en-US" altLang="zh-CN" sz="5400" b="1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·</a:t>
            </a:r>
            <a:r>
              <a:rPr kumimoji="1" lang="zh-CN" altLang="en-US" sz="5400" b="1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南京 国际数碳谷</a:t>
            </a:r>
            <a:endParaRPr kumimoji="1" lang="en-US" altLang="zh-CN" sz="5400" b="1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  <a:p>
            <a:r>
              <a:rPr kumimoji="1" lang="en-US" altLang="zh-CN" sz="4000" b="1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Global Digital Carbon Valley</a:t>
            </a:r>
          </a:p>
          <a:p>
            <a:r>
              <a:rPr kumimoji="1" lang="en-US" altLang="zh-CN" sz="4000" b="1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Nanjing, Jiangsu, China</a:t>
            </a:r>
            <a:endParaRPr kumimoji="1" lang="zh-CN" altLang="en-US" sz="4000" b="1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l="3991" t="10177" r="3991" b="10177"/>
          <a:stretch>
            <a:fillRect/>
          </a:stretch>
        </p:blipFill>
        <p:spPr>
          <a:xfrm>
            <a:off x="-483870" y="-112395"/>
            <a:ext cx="12391390" cy="69703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arbonminds"/>
          <p:cNvPicPr>
            <a:picLocks noChangeAspect="1"/>
          </p:cNvPicPr>
          <p:nvPr/>
        </p:nvPicPr>
        <p:blipFill>
          <a:blip r:embed="rId2"/>
          <a:srcRect t="11620" b="8936"/>
          <a:stretch>
            <a:fillRect/>
          </a:stretch>
        </p:blipFill>
        <p:spPr>
          <a:xfrm>
            <a:off x="2070735" y="46355"/>
            <a:ext cx="8049895" cy="63950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arbonmind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950" y="702945"/>
            <a:ext cx="8673465" cy="4575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ornersto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" y="1721485"/>
            <a:ext cx="11383645" cy="3032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d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097280"/>
            <a:ext cx="99822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形状&#10;&#10;AI 生成的内容可能不正确。">
            <a:extLst>
              <a:ext uri="{FF2B5EF4-FFF2-40B4-BE49-F238E27FC236}">
                <a16:creationId xmlns:a16="http://schemas.microsoft.com/office/drawing/2014/main" id="{17DEDA46-0A1E-CFF5-2D82-FB5CC2667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152" y="2718126"/>
            <a:ext cx="8711695" cy="142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395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envi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603" y="2440402"/>
            <a:ext cx="9442794" cy="19771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hiq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435" y="1471930"/>
            <a:ext cx="6501765" cy="39141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invi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520" y="768350"/>
            <a:ext cx="9458325" cy="53206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380" y="776605"/>
            <a:ext cx="7889875" cy="53054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ango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380" y="1732280"/>
            <a:ext cx="8100695" cy="33928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watersh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" y="2211705"/>
            <a:ext cx="10292080" cy="21215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25120" y="1583055"/>
            <a:ext cx="11790680" cy="3647440"/>
            <a:chOff x="223" y="1772"/>
            <a:chExt cx="18568" cy="5744"/>
          </a:xfrm>
        </p:grpSpPr>
        <p:pic>
          <p:nvPicPr>
            <p:cNvPr id="4" name="图片 3" descr="gdlogo_lar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" y="4128"/>
              <a:ext cx="9642" cy="1103"/>
            </a:xfrm>
            <a:prstGeom prst="rect">
              <a:avLst/>
            </a:prstGeom>
          </p:spPr>
        </p:pic>
        <p:pic>
          <p:nvPicPr>
            <p:cNvPr id="5" name="图片 4" descr="openLCA_logo_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99" y="1772"/>
              <a:ext cx="9192" cy="57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28</Words>
  <Application>Microsoft Macintosh PowerPoint</Application>
  <PresentationFormat>宽屏</PresentationFormat>
  <Paragraphs>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等线</vt:lpstr>
      <vt:lpstr>等线 Light</vt:lpstr>
      <vt:lpstr>Arial</vt:lpstr>
      <vt:lpstr>Helvetica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Jianchuan Qi</dc:creator>
  <cp:lastModifiedBy>Jianchuan Qi</cp:lastModifiedBy>
  <cp:revision>25</cp:revision>
  <dcterms:created xsi:type="dcterms:W3CDTF">2025-12-06T16:30:00Z</dcterms:created>
  <dcterms:modified xsi:type="dcterms:W3CDTF">2026-03-05T11:14:33Z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B5520A72CD344B0C8F71A7ACBE93DD46_12</vt:lpwstr>
  </property>
</Properties>
</file>