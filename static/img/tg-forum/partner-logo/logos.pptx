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2"/>
  </p:sldMasterIdLst>
  <p:sldIdLst>
    <p:sldId id="258" r:id="rId3"/>
    <p:sldId id="256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3"/>
    <p:sldId id="266" r:id="rId14"/>
    <p:sldId id="267" r:id="rId15"/>
    <p:sldId id="272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50"/>
    <p:restoredTop sz="94694"/>
  </p:normalViewPr>
  <p:slideViewPr>
    <p:cSldViewPr snapToGrid="0">
      <p:cViewPr varScale="1">
        <p:scale>
          <a:sx n="116" d="100"/>
          <a:sy n="116" d="100"/>
        </p:scale>
        <p:origin x="208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rPr lang="zh-CN" altLang="en-US"/>
              <a:t>2026/2/27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rPr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4083" y="1287744"/>
            <a:ext cx="11603834" cy="4224074"/>
            <a:chOff x="716561" y="1369452"/>
            <a:chExt cx="10758878" cy="3916491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369452"/>
              <a:ext cx="7772400" cy="3261632"/>
            </a:xfrm>
            <a:prstGeom prst="rect">
              <a:avLst/>
            </a:prstGeom>
          </p:spPr>
        </p:pic>
        <p:sp>
          <p:nvSpPr>
            <p:cNvPr id="6" name="文本框 5"/>
            <p:cNvSpPr txBox="1"/>
            <p:nvPr/>
          </p:nvSpPr>
          <p:spPr>
            <a:xfrm>
              <a:off x="716561" y="4686676"/>
              <a:ext cx="10758878" cy="5992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3600" b="1" i="0">
                  <a:solidFill>
                    <a:srgbClr val="016DAA"/>
                  </a:solidFill>
                  <a:effectLst/>
                  <a:latin typeface="Helvetica" pitchFamily="2" charset="0"/>
                  <a:ea typeface="黑体" panose="02010609060101010101" pitchFamily="49" charset="-122"/>
                </a:rPr>
                <a:t>碳中和与能源智联 国际大科学计划培育项目</a:t>
              </a:r>
              <a:endParaRPr lang="zh-CN" altLang="en-US" sz="3200" b="1">
                <a:solidFill>
                  <a:srgbClr val="016DAA"/>
                </a:solidFill>
                <a:latin typeface="Helvetica" pitchFamily="2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18" y="1914115"/>
            <a:ext cx="3029770" cy="302977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94611" y="2274838"/>
            <a:ext cx="7023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江苏</a:t>
            </a:r>
            <a:r>
              <a:rPr kumimoji="1" lang="en-US" altLang="zh-CN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·</a:t>
            </a: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南京 国际数碳谷</a:t>
            </a:r>
            <a:endParaRPr kumimoji="1" lang="en-US" altLang="zh-CN" sz="54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Global Digital Carbon Valley</a:t>
            </a: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Nanjing, Jiangsu, China</a:t>
            </a:r>
            <a:endParaRPr kumimoji="1" lang="zh-CN" altLang="en-US" sz="40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l="3991" t="10177" r="3991" b="10177"/>
          <a:stretch>
            <a:fillRect/>
          </a:stretch>
        </p:blipFill>
        <p:spPr>
          <a:xfrm>
            <a:off x="-483870" y="-112395"/>
            <a:ext cx="12391390" cy="69703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carbonminds"/>
          <p:cNvPicPr>
            <a:picLocks noChangeAspect="1"/>
          </p:cNvPicPr>
          <p:nvPr/>
        </p:nvPicPr>
        <p:blipFill>
          <a:blip r:embed="rId2"/>
          <a:srcRect t="11620" b="8936"/>
          <a:stretch>
            <a:fillRect/>
          </a:stretch>
        </p:blipFill>
        <p:spPr>
          <a:xfrm>
            <a:off x="2070735" y="46355"/>
            <a:ext cx="8049895" cy="63950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carbonmind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950" y="702945"/>
            <a:ext cx="8673465" cy="45751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cornerst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" y="1721485"/>
            <a:ext cx="11383645" cy="30321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d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1097280"/>
            <a:ext cx="99822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env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603" y="2440402"/>
            <a:ext cx="9442794" cy="19771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hiq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435" y="1471930"/>
            <a:ext cx="6501765" cy="3914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minvi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520" y="768350"/>
            <a:ext cx="9458325" cy="53206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p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380" y="776605"/>
            <a:ext cx="7889875" cy="53054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tiango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80" y="1732280"/>
            <a:ext cx="8100695" cy="33928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watersh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60" y="2211705"/>
            <a:ext cx="10292080" cy="21215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25120" y="1583055"/>
            <a:ext cx="11790680" cy="3647440"/>
            <a:chOff x="223" y="1772"/>
            <a:chExt cx="18568" cy="5744"/>
          </a:xfrm>
        </p:grpSpPr>
        <p:pic>
          <p:nvPicPr>
            <p:cNvPr id="4" name="图片 3" descr="gdlogo_lar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" y="4128"/>
              <a:ext cx="9642" cy="1103"/>
            </a:xfrm>
            <a:prstGeom prst="rect">
              <a:avLst/>
            </a:prstGeom>
          </p:spPr>
        </p:pic>
        <p:pic>
          <p:nvPicPr>
            <p:cNvPr id="5" name="图片 4" descr="openLCA_logo_t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99" y="1772"/>
              <a:ext cx="9192" cy="574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28</Words>
  <Application>Microsoft Macintosh PowerPoint</Application>
  <PresentationFormat>宽屏</PresentationFormat>
  <Paragraphs>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等线 Light</vt:lpstr>
      <vt:lpstr>Arial</vt:lpstr>
      <vt:lpstr>Helvetica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Jianchuan Qi</dc:creator>
  <cp:lastModifiedBy>Jianchuan Qi</cp:lastModifiedBy>
  <cp:revision>22</cp:revision>
  <dcterms:created xsi:type="dcterms:W3CDTF">2025-12-06T16:30:00Z</dcterms:created>
  <dcterms:modified xsi:type="dcterms:W3CDTF">2026-02-27T07:52:03Z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B5520A72CD344B0C8F71A7ACBE93DD46_12</vt:lpwstr>
  </property>
</Properties>
</file>